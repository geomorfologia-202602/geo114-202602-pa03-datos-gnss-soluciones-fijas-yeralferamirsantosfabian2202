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18872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783080"/>
            <a:ext cx="1737360" cy="1737360"/>
          </a:xfrm>
          <a:prstGeom prst="ellipse">
            <a:avLst/>
          </a:prstGeom>
          <a:solidFill>
            <a:srgbClr val="1C7293">
              <a:alpha val="8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23774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2296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PA03. Procesamiento de datos GNSS y soluciones PPK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satelital a la coordenada precisa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Geomorfología (GEO-114) · UASD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Yeral Feramir Santos Fabian · Matrícula 100758838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José Ramón (Talibán) · 2026-10-05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914400" cy="914400"/>
          </a:xfrm>
          <a:prstGeom prst="ellipse">
            <a:avLst/>
          </a:prstGeom>
          <a:solidFill>
            <a:srgbClr val="0B3C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645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54880"/>
            <a:ext cx="914400" cy="914400"/>
          </a:xfrm>
          <a:prstGeom prst="ellipse">
            <a:avLst/>
          </a:prstGeom>
          <a:solidFill>
            <a:srgbClr val="0B3C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47548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459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645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00400"/>
            <a:ext cx="914400" cy="914400"/>
          </a:xfrm>
          <a:prstGeom prst="ellipse">
            <a:avLst/>
          </a:prstGeom>
          <a:solidFill>
            <a:srgbClr val="0B3C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200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y conclusiones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754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E8F1F4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orientadora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¿Difieren la dispersión y el % de épocas FIX entre un receptor de doble y uno de triple frecuencia en el mismo punto?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Hipótesis: </a:t>
            </a:r>
            <a:pPr indent="0" marL="0">
              <a:buNone/>
            </a:pPr>
            <a:r>
              <a:rPr lang="en-US" sz="2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Unicore UM980 (triple frecuencia) daría más épocas FIX y menor dispersión que el u-blox ZED-F9P (doble frecuencia).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46304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a RINEX 3.04 y evaluar la calidad de los datos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30175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de forma independiente la coordenada de la base (PPP)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63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45720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soluciones PPK y comparar los dos rovers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Métodos: flujo de trabajo</a:t>
            </a:r>
            <a:endParaRPr lang="en-US" sz="4400" dirty="0"/>
          </a:p>
        </p:txBody>
      </p:sp>
      <p:pic>
        <p:nvPicPr>
          <p:cNvPr id="3" name="Image 0" descr="/home/claude/deck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25880"/>
            <a:ext cx="9509760" cy="4334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 → RINEX 3.04 → base a 30 s → CSRS-PPP → PPK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Métodos: configuración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0B3C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3716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Colectas del 2026-08-30: Unicore UM980 (635 épocas) y u-blox ZED-F9P (632 épocas).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606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23 archivos horarios unidos con cat + convbin y reducidos a 30 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731520" cy="731520"/>
          </a:xfrm>
          <a:prstGeom prst="ellipse">
            <a:avLst/>
          </a:prstGeom>
          <a:solidFill>
            <a:srgbClr val="0B3C4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840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PPP: CSRS-PPP de NRCan (v5.15.5), ITRF2020/IGc20, época 2026.7.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66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5074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PPK: rnx2rtkp (RTKLIB-EX), máscara de 15° y fix-and-hold con ratio 3.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PPP de la base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11296" cy="3291840"/>
          </a:xfrm>
          <a:prstGeom prst="roundRect">
            <a:avLst>
              <a:gd name="adj" fmla="val 4167"/>
            </a:avLst>
          </a:prstGeom>
          <a:solidFill>
            <a:srgbClr val="E8F1F4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épocas FLOAT en ambos rovers (0 % FIX, razón &lt; 3)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34256" y="1371600"/>
            <a:ext cx="3511296" cy="3291840"/>
          </a:xfrm>
          <a:prstGeom prst="roundRect">
            <a:avLst>
              <a:gd name="adj" fmla="val 4167"/>
            </a:avLst>
          </a:prstGeom>
          <a:solidFill>
            <a:srgbClr val="E8F1F4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62856" y="1554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±0.010 m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62856" y="2651760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en altura (95 %) de la coordenada de la base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19872" y="1371600"/>
            <a:ext cx="3511296" cy="3291840"/>
          </a:xfrm>
          <a:prstGeom prst="roundRect">
            <a:avLst>
              <a:gd name="adj" fmla="val 4167"/>
            </a:avLst>
          </a:prstGeom>
          <a:solidFill>
            <a:srgbClr val="E8F1F4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48472" y="1554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~1.64 m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348472" y="2651760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medias en longitud; latitud ~0.19 m, altura ~1.03 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82528" cy="1463040"/>
          </a:xfrm>
          <a:prstGeom prst="roundRect">
            <a:avLst>
              <a:gd name="adj" fmla="val 9375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29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(PPP): lat 18°27'34.73790" N · lon −69°55'0.07400" W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−11.584 m · ITRF2020/IGc20 · época 2026.7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PPK, dispersión</a:t>
            </a:r>
            <a:endParaRPr lang="en-US" sz="4400" dirty="0"/>
          </a:p>
        </p:txBody>
      </p:sp>
      <p:pic>
        <p:nvPicPr>
          <p:cNvPr id="3" name="Image 0" descr="/home/claude/deck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280160"/>
            <a:ext cx="8686800" cy="47457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vertical: u-blox 1.63 m · Unicore 0.42 m (100 % FLOAT)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posiciones E/N</a:t>
            </a:r>
            <a:endParaRPr lang="en-US" sz="4400" dirty="0"/>
          </a:p>
        </p:txBody>
      </p:sp>
      <p:pic>
        <p:nvPicPr>
          <p:cNvPr id="3" name="Image 0" descr="/home/claude/deck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734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44805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épocas son FLOAT (Q = 2): ninguna solución fija.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nubes de puntos de ambos rovers quedan separadas en Este.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4937760"/>
          </a:xfrm>
          <a:prstGeom prst="roundRect">
            <a:avLst>
              <a:gd name="adj" fmla="val 2778"/>
            </a:avLst>
          </a:prstGeom>
          <a:solidFill>
            <a:srgbClr val="E8F1F4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soluciones FIX no se distingue entre doble y triple frecuencia.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L2W (base) frente a L2X (u-blox) limitó la doble diferencia a L1 de GPS y GLONASS.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APC-ARP ni PCO, y ocupaciones de solo ~2 min.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completó un flujo reproducible: RINEX, base, PPP y PPK.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coordenada PPP se usó en ITRF2020/IGc20, sin pasar a WGS84 (Transit).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no pudo verificarse: una nueva campaña debe corregir L2 y registrar la antena.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(selección)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82528" cy="5212080"/>
          </a:xfrm>
          <a:prstGeom prst="roundRect">
            <a:avLst>
              <a:gd name="adj" fmla="val 2632"/>
            </a:avLst>
          </a:prstGeom>
          <a:solidFill>
            <a:srgbClr val="E8F1F4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Altamimi, Z., et al. (2023). ITRF2020: an augmented reference frame refining the modeling of nonlinear station motions. Journal of Geodesy, 97(5), 47.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Banville, S., et al. (2021). Enabling ambiguity resolution in CSRS-PPP. NAVIGATION, 68(2).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Kouba, J., &amp; Héroux, P. (2001). Precise point positioning using IGS orbit and clock products. GPS Solutions, 5(2), 12-28.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Takasu, T. (2013). RTKLIB ver. 2.4.2 Manual.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Tétreault, P., et al. (2005). CSRS-PPP: An Internet service for GPS user access to the Canadian Spatial Reference Frame. Geomatica, 59(1), 17-28.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Teunissen, P. J. G. (1995). The least-squares ambiguity decorrelation adjustment. Journal of Geodesy, 70(1–2), 65-82.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Zumberge, J. F., et al. (1997). Precise point positioning for the efficient and robust analysis of GPS data from large networks. JGR Solid Earth, 102(B3), 5005-5017.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PA03. Procesamiento de datos GNSS y soluciones PPK</dc:title>
  <dc:subject>PptxGenJS Presentation</dc:subject>
  <dc:creator>PptxGenJS</dc:creator>
  <cp:lastModifiedBy>PptxGenJS</cp:lastModifiedBy>
  <cp:revision>1</cp:revision>
  <dcterms:created xsi:type="dcterms:W3CDTF">2026-10-01T21:47:34Z</dcterms:created>
  <dcterms:modified xsi:type="dcterms:W3CDTF">2026-10-01T21:47:34Z</dcterms:modified>
</cp:coreProperties>
</file>